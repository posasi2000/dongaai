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  <p:sldMasterId id="2147483652" r:id="rId2"/>
  </p:sldMasterIdLst>
  <p:notesMasterIdLst>
    <p:notesMasterId r:id="rId17"/>
  </p:notesMasterIdLst>
  <p:sldIdLst>
    <p:sldId id="257" r:id="rId3"/>
    <p:sldId id="290" r:id="rId4"/>
    <p:sldId id="300" r:id="rId5"/>
    <p:sldId id="308" r:id="rId6"/>
    <p:sldId id="307" r:id="rId7"/>
    <p:sldId id="305" r:id="rId8"/>
    <p:sldId id="309" r:id="rId9"/>
    <p:sldId id="306" r:id="rId10"/>
    <p:sldId id="310" r:id="rId11"/>
    <p:sldId id="311" r:id="rId12"/>
    <p:sldId id="312" r:id="rId13"/>
    <p:sldId id="314" r:id="rId14"/>
    <p:sldId id="313" r:id="rId15"/>
    <p:sldId id="299" r:id="rId16"/>
  </p:sldIdLst>
  <p:sldSz cx="12701588" cy="7164388"/>
  <p:notesSz cx="6888163" cy="100203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9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ko-KR" sz="4400" b="0" strike="noStrike" spc="-1">
                <a:solidFill>
                  <a:srgbClr val="000000"/>
                </a:solidFill>
                <a:latin typeface="맑은 고딕"/>
              </a:rPr>
              <a:t>슬라이드를 이동하려면 클릭하십시오</a:t>
            </a:r>
            <a:r>
              <a:rPr lang="en-US" sz="4400" b="0" strike="noStrike" spc="-1">
                <a:solidFill>
                  <a:srgbClr val="000000"/>
                </a:solidFill>
                <a:latin typeface="맑은 고딕"/>
              </a:rPr>
              <a:t>.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ko-KR" sz="2000" b="0" strike="noStrike" spc="-1">
                <a:solidFill>
                  <a:srgbClr val="000000"/>
                </a:solidFill>
                <a:latin typeface="맑은 고딕"/>
              </a:rPr>
              <a:t>메모 서식을 편집하려면 클릭하십시오</a:t>
            </a:r>
            <a:r>
              <a:rPr lang="en-US" sz="2000" b="0" strike="noStrike" spc="-1">
                <a:solidFill>
                  <a:srgbClr val="000000"/>
                </a:solidFill>
                <a:latin typeface="맑은 고딕"/>
              </a:rPr>
              <a:t>.</a:t>
            </a:r>
          </a:p>
        </p:txBody>
      </p:sp>
      <p:sp>
        <p:nvSpPr>
          <p:cNvPr id="3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바탕"/>
              </a:rPr>
              <a:t>&lt;머리글&gt;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dt" idx="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바탕"/>
              </a:rPr>
              <a:t>&lt;날짜/시간&gt;</a:t>
            </a:r>
          </a:p>
        </p:txBody>
      </p:sp>
      <p:sp>
        <p:nvSpPr>
          <p:cNvPr id="36" name="PlaceHolder 5"/>
          <p:cNvSpPr>
            <a:spLocks noGrp="1"/>
          </p:cNvSpPr>
          <p:nvPr>
            <p:ph type="ftr" idx="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바탕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바탕"/>
              </a:rPr>
              <a:t>&lt;바닥글&gt;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sldNum" idx="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buNone/>
            </a:pPr>
            <a:fld id="{9A99CA95-A4D8-41BB-8BCC-0E73DC538FC9}" type="slidenum">
              <a:rPr lang="en-US" sz="1400" b="0" strike="noStrike" spc="-1">
                <a:solidFill>
                  <a:srgbClr val="000000"/>
                </a:solidFill>
                <a:latin typeface="바탕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바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447675" y="1252538"/>
            <a:ext cx="5991225" cy="3379787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8680" y="4822200"/>
            <a:ext cx="5508360" cy="3943440"/>
          </a:xfrm>
          <a:prstGeom prst="rect">
            <a:avLst/>
          </a:prstGeom>
          <a:noFill/>
          <a:ln w="0">
            <a:noFill/>
          </a:ln>
        </p:spPr>
        <p:txBody>
          <a:bodyPr lIns="96480" tIns="48240" rIns="96480" bIns="4824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9"/>
          </p:nvPr>
        </p:nvSpPr>
        <p:spPr>
          <a:xfrm>
            <a:off x="3901680" y="9517680"/>
            <a:ext cx="2982600" cy="500760"/>
          </a:xfrm>
          <a:prstGeom prst="rect">
            <a:avLst/>
          </a:prstGeom>
          <a:noFill/>
          <a:ln w="0">
            <a:noFill/>
          </a:ln>
        </p:spPr>
        <p:txBody>
          <a:bodyPr lIns="96480" tIns="48240" rIns="96480" bIns="4824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300" b="0" strike="noStrike" spc="-1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60AB88C-2C7C-4005-AFCB-9CCDB2254379}" type="slidenum">
              <a:rPr lang="en-US" sz="1300" b="0" strike="noStrike" spc="-1">
                <a:solidFill>
                  <a:srgbClr val="000000"/>
                </a:solidFill>
                <a:latin typeface="바탕"/>
              </a:rPr>
              <a:t>1</a:t>
            </a:fld>
            <a:endParaRPr lang="en-US" sz="1300" b="0" strike="noStrike" spc="-1">
              <a:solidFill>
                <a:srgbClr val="000000"/>
              </a:solidFill>
              <a:latin typeface="바탕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C6522-4697-4641-2A32-4AF454605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>
            <a:extLst>
              <a:ext uri="{FF2B5EF4-FFF2-40B4-BE49-F238E27FC236}">
                <a16:creationId xmlns:a16="http://schemas.microsoft.com/office/drawing/2014/main" id="{34986DF1-7804-8278-B258-5E96C6EF5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47675" y="1252538"/>
            <a:ext cx="5991225" cy="3379787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>
            <a:extLst>
              <a:ext uri="{FF2B5EF4-FFF2-40B4-BE49-F238E27FC236}">
                <a16:creationId xmlns:a16="http://schemas.microsoft.com/office/drawing/2014/main" id="{1884C32D-6A60-0CFB-59D7-333E0350706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8680" y="4822200"/>
            <a:ext cx="5508360" cy="3943440"/>
          </a:xfrm>
          <a:prstGeom prst="rect">
            <a:avLst/>
          </a:prstGeom>
          <a:noFill/>
          <a:ln w="0">
            <a:noFill/>
          </a:ln>
        </p:spPr>
        <p:txBody>
          <a:bodyPr lIns="96480" tIns="48240" rIns="96480" bIns="4824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93" name="PlaceHolder 3">
            <a:extLst>
              <a:ext uri="{FF2B5EF4-FFF2-40B4-BE49-F238E27FC236}">
                <a16:creationId xmlns:a16="http://schemas.microsoft.com/office/drawing/2014/main" id="{A3A785BA-0FFF-83D8-35A2-D89DC6BCB163}"/>
              </a:ext>
            </a:extLst>
          </p:cNvPr>
          <p:cNvSpPr>
            <a:spLocks noGrp="1"/>
          </p:cNvSpPr>
          <p:nvPr>
            <p:ph type="sldNum" idx="40"/>
          </p:nvPr>
        </p:nvSpPr>
        <p:spPr>
          <a:xfrm>
            <a:off x="3901680" y="9517680"/>
            <a:ext cx="2982600" cy="500760"/>
          </a:xfrm>
          <a:prstGeom prst="rect">
            <a:avLst/>
          </a:prstGeom>
          <a:noFill/>
          <a:ln w="0">
            <a:noFill/>
          </a:ln>
        </p:spPr>
        <p:txBody>
          <a:bodyPr lIns="96480" tIns="48240" rIns="96480" bIns="4824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300" b="0" strike="noStrike" spc="-1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A75A71-69B5-44A4-B6D8-7E54C1689FB2}" type="slidenum">
              <a:rPr lang="en-US" sz="1300" b="0" strike="noStrike" spc="-1">
                <a:solidFill>
                  <a:srgbClr val="000000"/>
                </a:solidFill>
                <a:latin typeface="바탕"/>
              </a:rPr>
              <a:t>14</a:t>
            </a:fld>
            <a:endParaRPr lang="en-US" sz="1300" b="0" strike="noStrike" spc="-1">
              <a:solidFill>
                <a:srgbClr val="000000"/>
              </a:solidFill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1775598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학습스타일a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35040" y="285840"/>
            <a:ext cx="11430720" cy="119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35040" y="1676160"/>
            <a:ext cx="11430720" cy="415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0A143E29-51C0-4745-932B-AD50BC4D0AD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14"/>
          <p:cNvSpPr/>
          <p:nvPr/>
        </p:nvSpPr>
        <p:spPr>
          <a:xfrm>
            <a:off x="0" y="0"/>
            <a:ext cx="12699360" cy="452160"/>
          </a:xfrm>
          <a:prstGeom prst="rect">
            <a:avLst/>
          </a:prstGeom>
          <a:gradFill rotWithShape="0">
            <a:gsLst>
              <a:gs pos="0">
                <a:srgbClr val="4C49A1"/>
              </a:gs>
              <a:gs pos="100000">
                <a:srgbClr val="3A3B83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363600" defTabSz="457200">
              <a:lnSpc>
                <a:spcPct val="100000"/>
              </a:lnSpc>
            </a:pPr>
            <a:endParaRPr lang="en-US" sz="2000" b="1" strike="noStrike" spc="-1">
              <a:solidFill>
                <a:schemeClr val="lt1"/>
              </a:solidFill>
              <a:latin typeface="나눔스퀘어"/>
              <a:ea typeface="나눔스퀘어"/>
            </a:endParaRPr>
          </a:p>
        </p:txBody>
      </p:sp>
      <p:sp>
        <p:nvSpPr>
          <p:cNvPr id="8" name="사각형: 잘린 한쪽 모서리 18"/>
          <p:cNvSpPr/>
          <p:nvPr/>
        </p:nvSpPr>
        <p:spPr>
          <a:xfrm>
            <a:off x="246240" y="45360"/>
            <a:ext cx="12124440" cy="407160"/>
          </a:xfrm>
          <a:prstGeom prst="snip1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88920" defTabSz="457200">
              <a:lnSpc>
                <a:spcPct val="100000"/>
              </a:lnSpc>
            </a:pPr>
            <a:endParaRPr lang="en-US" sz="2200" b="1" strike="noStrike" spc="-1">
              <a:solidFill>
                <a:schemeClr val="dk1"/>
              </a:solidFill>
              <a:latin typeface="나눔스퀘어"/>
              <a:ea typeface="나눔스퀘어"/>
            </a:endParaRPr>
          </a:p>
        </p:txBody>
      </p:sp>
      <p:grpSp>
        <p:nvGrpSpPr>
          <p:cNvPr id="9" name="그룹 19"/>
          <p:cNvGrpSpPr/>
          <p:nvPr/>
        </p:nvGrpSpPr>
        <p:grpSpPr>
          <a:xfrm>
            <a:off x="169560" y="45360"/>
            <a:ext cx="152280" cy="406800"/>
            <a:chOff x="169560" y="45360"/>
            <a:chExt cx="152280" cy="406800"/>
          </a:xfrm>
        </p:grpSpPr>
        <p:sp>
          <p:nvSpPr>
            <p:cNvPr id="10" name="직사각형 20"/>
            <p:cNvSpPr/>
            <p:nvPr/>
          </p:nvSpPr>
          <p:spPr>
            <a:xfrm>
              <a:off x="246240" y="45360"/>
              <a:ext cx="75600" cy="406800"/>
            </a:xfrm>
            <a:prstGeom prst="rect">
              <a:avLst/>
            </a:prstGeom>
            <a:solidFill>
              <a:srgbClr val="9696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맑은 고딕"/>
              </a:endParaRPr>
            </a:p>
          </p:txBody>
        </p:sp>
        <p:sp>
          <p:nvSpPr>
            <p:cNvPr id="11" name="직사각형 21"/>
            <p:cNvSpPr/>
            <p:nvPr/>
          </p:nvSpPr>
          <p:spPr>
            <a:xfrm>
              <a:off x="169560" y="45360"/>
              <a:ext cx="18720" cy="406800"/>
            </a:xfrm>
            <a:prstGeom prst="rect">
              <a:avLst/>
            </a:prstGeom>
            <a:solidFill>
              <a:srgbClr val="9696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나눔스퀘어"/>
                <a:ea typeface="나눔스퀘어"/>
              </a:endParaRPr>
            </a:p>
          </p:txBody>
        </p:sp>
      </p:grpSp>
      <p:grpSp>
        <p:nvGrpSpPr>
          <p:cNvPr id="12" name="그룹 22"/>
          <p:cNvGrpSpPr/>
          <p:nvPr/>
        </p:nvGrpSpPr>
        <p:grpSpPr>
          <a:xfrm>
            <a:off x="12369240" y="45360"/>
            <a:ext cx="152280" cy="406800"/>
            <a:chOff x="12369240" y="45360"/>
            <a:chExt cx="152280" cy="406800"/>
          </a:xfrm>
        </p:grpSpPr>
        <p:sp>
          <p:nvSpPr>
            <p:cNvPr id="13" name="직사각형 23"/>
            <p:cNvSpPr/>
            <p:nvPr/>
          </p:nvSpPr>
          <p:spPr>
            <a:xfrm flipH="1">
              <a:off x="12369240" y="45360"/>
              <a:ext cx="75600" cy="406800"/>
            </a:xfrm>
            <a:prstGeom prst="rect">
              <a:avLst/>
            </a:prstGeom>
            <a:solidFill>
              <a:srgbClr val="9696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나눔스퀘어"/>
                <a:ea typeface="나눔스퀘어"/>
              </a:endParaRPr>
            </a:p>
          </p:txBody>
        </p:sp>
        <p:sp>
          <p:nvSpPr>
            <p:cNvPr id="14" name="직사각형 24"/>
            <p:cNvSpPr/>
            <p:nvPr/>
          </p:nvSpPr>
          <p:spPr>
            <a:xfrm flipH="1">
              <a:off x="12502800" y="45360"/>
              <a:ext cx="18720" cy="406800"/>
            </a:xfrm>
            <a:prstGeom prst="rect">
              <a:avLst/>
            </a:prstGeom>
            <a:solidFill>
              <a:srgbClr val="9696D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457200">
                <a:lnSpc>
                  <a:spcPct val="100000"/>
                </a:lnSpc>
              </a:pPr>
              <a:endParaRPr lang="en-US" sz="1800" b="0" strike="noStrike" spc="-1">
                <a:solidFill>
                  <a:schemeClr val="lt1"/>
                </a:solidFill>
                <a:latin typeface="나눔스퀘어"/>
                <a:ea typeface="나눔스퀘어"/>
              </a:endParaRPr>
            </a:p>
          </p:txBody>
        </p:sp>
      </p:grp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35040" y="285840"/>
            <a:ext cx="11430720" cy="119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ko-KR" sz="4400" b="0" strike="noStrike" spc="-1">
                <a:solidFill>
                  <a:srgbClr val="000000"/>
                </a:solidFill>
                <a:latin typeface="맑은 고딕"/>
              </a:rPr>
              <a:t>제목 텍스트의 서식을 편집하려면 클릭하십시오</a:t>
            </a:r>
            <a:r>
              <a:rPr lang="en-US" sz="4400" b="0" strike="noStrike" spc="-1">
                <a:solidFill>
                  <a:srgbClr val="000000"/>
                </a:solidFill>
                <a:latin typeface="맑은 고딕"/>
              </a:rPr>
              <a:t>.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35040" y="1676160"/>
            <a:ext cx="11430720" cy="4154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solidFill>
                  <a:srgbClr val="000000"/>
                </a:solidFill>
                <a:latin typeface="맑은 고딕"/>
              </a:rPr>
              <a:t>개요 텍스트의 서식을 편집하려면 클릭하십시오</a:t>
            </a:r>
            <a:endParaRPr lang="en-US" sz="3200" b="0" strike="noStrike" spc="-1">
              <a:solidFill>
                <a:srgbClr val="000000"/>
              </a:solidFill>
              <a:latin typeface="맑은 고딕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latin typeface="맑은 고딕"/>
              </a:rPr>
              <a:t>2</a:t>
            </a:r>
            <a:r>
              <a:rPr lang="ko-KR" sz="2800" b="0" strike="noStrike" spc="-1">
                <a:solidFill>
                  <a:srgbClr val="000000"/>
                </a:solidFill>
                <a:latin typeface="맑은 고딕"/>
              </a:rPr>
              <a:t>번째 개요 수준</a:t>
            </a:r>
            <a:endParaRPr lang="en-US" sz="2800" b="0" strike="noStrike" spc="-1">
              <a:solidFill>
                <a:srgbClr val="000000"/>
              </a:solidFill>
              <a:latin typeface="맑은 고딕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맑은 고딕"/>
              </a:rPr>
              <a:t>3</a:t>
            </a:r>
            <a:r>
              <a:rPr lang="ko-KR" sz="2400" b="0" strike="noStrike" spc="-1">
                <a:solidFill>
                  <a:srgbClr val="000000"/>
                </a:solidFill>
                <a:latin typeface="맑은 고딕"/>
              </a:rPr>
              <a:t>번째 개요 수준</a:t>
            </a:r>
            <a:endParaRPr lang="en-US" sz="2400" b="0" strike="noStrike" spc="-1">
              <a:solidFill>
                <a:srgbClr val="000000"/>
              </a:solidFill>
              <a:latin typeface="맑은 고딕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맑은 고딕"/>
              </a:rPr>
              <a:t>4</a:t>
            </a:r>
            <a:r>
              <a:rPr lang="ko-KR" sz="2000" b="0" strike="noStrike" spc="-1">
                <a:solidFill>
                  <a:srgbClr val="000000"/>
                </a:solidFill>
                <a:latin typeface="맑은 고딕"/>
              </a:rPr>
              <a:t>번째 개요 수준</a:t>
            </a:r>
            <a:endParaRPr lang="en-US" sz="2000" b="0" strike="noStrike" spc="-1">
              <a:solidFill>
                <a:srgbClr val="000000"/>
              </a:solidFill>
              <a:latin typeface="맑은 고딕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맑은 고딕"/>
              </a:rPr>
              <a:t>5</a:t>
            </a:r>
            <a:r>
              <a:rPr lang="ko-KR" sz="2000" b="0" strike="noStrike" spc="-1">
                <a:solidFill>
                  <a:srgbClr val="000000"/>
                </a:solidFill>
                <a:latin typeface="맑은 고딕"/>
              </a:rPr>
              <a:t>번째 개요 수준</a:t>
            </a:r>
            <a:endParaRPr lang="en-US" sz="2000" b="0" strike="noStrike" spc="-1">
              <a:solidFill>
                <a:srgbClr val="000000"/>
              </a:solidFill>
              <a:latin typeface="맑은 고딕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맑은 고딕"/>
              </a:rPr>
              <a:t>6</a:t>
            </a:r>
            <a:r>
              <a:rPr lang="ko-KR" sz="2000" b="0" strike="noStrike" spc="-1">
                <a:solidFill>
                  <a:srgbClr val="000000"/>
                </a:solidFill>
                <a:latin typeface="맑은 고딕"/>
              </a:rPr>
              <a:t>번째 개요 수준</a:t>
            </a:r>
            <a:endParaRPr lang="en-US" sz="2000" b="0" strike="noStrike" spc="-1">
              <a:solidFill>
                <a:srgbClr val="000000"/>
              </a:solidFill>
              <a:latin typeface="맑은 고딕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맑은 고딕"/>
              </a:rPr>
              <a:t>7</a:t>
            </a:r>
            <a:r>
              <a:rPr lang="ko-KR" sz="2000" b="0" strike="noStrike" spc="-1">
                <a:solidFill>
                  <a:srgbClr val="000000"/>
                </a:solidFill>
                <a:latin typeface="맑은 고딕"/>
              </a:rPr>
              <a:t>번째 개요 수준</a:t>
            </a:r>
            <a:endParaRPr lang="en-US" sz="20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35040" y="285840"/>
            <a:ext cx="11430360" cy="119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ko-KR" sz="1800" b="0" strike="noStrike" spc="-1">
                <a:solidFill>
                  <a:srgbClr val="000000"/>
                </a:solidFill>
                <a:latin typeface="맑은 고딕"/>
              </a:rPr>
              <a:t>제목 텍스트의 서식을 편집하려면 클릭하십시오</a:t>
            </a:r>
            <a:r>
              <a:rPr lang="en-US" sz="1800" b="0" strike="noStrike" spc="-1">
                <a:solidFill>
                  <a:srgbClr val="000000"/>
                </a:solidFill>
                <a:latin typeface="맑은 고딕"/>
              </a:rPr>
              <a:t>.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35040" y="1676160"/>
            <a:ext cx="11430360" cy="415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1800" b="0" strike="noStrike" spc="-1">
                <a:solidFill>
                  <a:srgbClr val="000000"/>
                </a:solidFill>
                <a:latin typeface="맑은 고딕"/>
              </a:rPr>
              <a:t>개요 텍스트의 서식을 편집하려면 클릭하십시오</a:t>
            </a:r>
            <a:endParaRPr lang="en-US" sz="1800" b="0" strike="noStrike" spc="-1">
              <a:solidFill>
                <a:srgbClr val="000000"/>
              </a:solidFill>
              <a:latin typeface="맑은 고딕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맑은 고딕"/>
              </a:rPr>
              <a:t>2</a:t>
            </a:r>
            <a:r>
              <a:rPr lang="ko-KR" sz="1800" b="0" strike="noStrike" spc="-1">
                <a:solidFill>
                  <a:srgbClr val="000000"/>
                </a:solidFill>
                <a:latin typeface="맑은 고딕"/>
              </a:rPr>
              <a:t>번째 개요 수준</a:t>
            </a:r>
            <a:endParaRPr lang="en-US" sz="1800" b="0" strike="noStrike" spc="-1">
              <a:solidFill>
                <a:srgbClr val="000000"/>
              </a:solidFill>
              <a:latin typeface="맑은 고딕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맑은 고딕"/>
              </a:rPr>
              <a:t>3</a:t>
            </a:r>
            <a:r>
              <a:rPr lang="ko-KR" sz="1800" b="0" strike="noStrike" spc="-1">
                <a:solidFill>
                  <a:srgbClr val="000000"/>
                </a:solidFill>
                <a:latin typeface="맑은 고딕"/>
              </a:rPr>
              <a:t>번째 개요 수준</a:t>
            </a:r>
            <a:endParaRPr lang="en-US" sz="1800" b="0" strike="noStrike" spc="-1">
              <a:solidFill>
                <a:srgbClr val="000000"/>
              </a:solidFill>
              <a:latin typeface="맑은 고딕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맑은 고딕"/>
              </a:rPr>
              <a:t>4</a:t>
            </a:r>
            <a:r>
              <a:rPr lang="ko-KR" sz="1800" b="0" strike="noStrike" spc="-1">
                <a:solidFill>
                  <a:srgbClr val="000000"/>
                </a:solidFill>
                <a:latin typeface="맑은 고딕"/>
              </a:rPr>
              <a:t>번째 개요 수준</a:t>
            </a:r>
            <a:endParaRPr lang="en-US" sz="1800" b="0" strike="noStrike" spc="-1">
              <a:solidFill>
                <a:srgbClr val="000000"/>
              </a:solidFill>
              <a:latin typeface="맑은 고딕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맑은 고딕"/>
              </a:rPr>
              <a:t>5</a:t>
            </a:r>
            <a:r>
              <a:rPr lang="ko-KR" sz="1800" b="0" strike="noStrike" spc="-1">
                <a:solidFill>
                  <a:srgbClr val="000000"/>
                </a:solidFill>
                <a:latin typeface="맑은 고딕"/>
              </a:rPr>
              <a:t>번째 개요 수준</a:t>
            </a:r>
            <a:endParaRPr lang="en-US" sz="1800" b="0" strike="noStrike" spc="-1">
              <a:solidFill>
                <a:srgbClr val="000000"/>
              </a:solidFill>
              <a:latin typeface="맑은 고딕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맑은 고딕"/>
              </a:rPr>
              <a:t>6</a:t>
            </a:r>
            <a:r>
              <a:rPr lang="ko-KR" sz="1800" b="0" strike="noStrike" spc="-1">
                <a:solidFill>
                  <a:srgbClr val="000000"/>
                </a:solidFill>
                <a:latin typeface="맑은 고딕"/>
              </a:rPr>
              <a:t>번째 개요 수준</a:t>
            </a:r>
            <a:endParaRPr lang="en-US" sz="1800" b="0" strike="noStrike" spc="-1">
              <a:solidFill>
                <a:srgbClr val="000000"/>
              </a:solidFill>
              <a:latin typeface="맑은 고딕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맑은 고딕"/>
              </a:rPr>
              <a:t>7</a:t>
            </a:r>
            <a:r>
              <a:rPr lang="ko-KR" sz="1800" b="0" strike="noStrike" spc="-1">
                <a:solidFill>
                  <a:srgbClr val="000000"/>
                </a:solidFill>
                <a:latin typeface="맑은 고딕"/>
              </a:rPr>
              <a:t>번째 개요 수준</a:t>
            </a:r>
            <a:endParaRPr lang="en-US" sz="18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sldNum" idx="4"/>
          </p:nvPr>
        </p:nvSpPr>
        <p:spPr>
          <a:xfrm>
            <a:off x="8970840" y="6639840"/>
            <a:ext cx="2855520" cy="379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9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  <a:ea typeface="나눔스퀘어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2D0BE00-0F26-4797-9E01-2E6D8550C756}" type="slidenum">
              <a:rPr lang="en-US" sz="109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  <a:ea typeface="나눔스퀘어"/>
              </a:rPr>
              <a:t>‹#›</a:t>
            </a:fld>
            <a:endParaRPr lang="en-US" sz="1090" b="0" strike="noStrike" spc="-1">
              <a:solidFill>
                <a:srgbClr val="000000"/>
              </a:solidFill>
              <a:latin typeface="바탕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"/>
          <p:cNvSpPr/>
          <p:nvPr/>
        </p:nvSpPr>
        <p:spPr>
          <a:xfrm>
            <a:off x="368280" y="3228120"/>
            <a:ext cx="3909960" cy="136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4200" b="0" strike="noStrike" spc="-1">
              <a:solidFill>
                <a:srgbClr val="000000"/>
              </a:solidFill>
              <a:latin typeface="맑은 고딕"/>
            </a:endParaRPr>
          </a:p>
          <a:p>
            <a:pPr defTabSz="457200">
              <a:lnSpc>
                <a:spcPct val="100000"/>
              </a:lnSpc>
            </a:pPr>
            <a:r>
              <a:rPr lang="en-US" sz="4200" b="1" strike="noStrike" spc="-1">
                <a:solidFill>
                  <a:schemeClr val="lt1"/>
                </a:solidFill>
                <a:latin typeface="나눔스퀘어OTF ExtraBold"/>
                <a:ea typeface="나눔스퀘어OTF ExtraBold"/>
              </a:rPr>
              <a:t> ChatGPT </a:t>
            </a:r>
            <a:r>
              <a:rPr lang="ko-KR" sz="4200" b="1" strike="noStrike" spc="-1">
                <a:solidFill>
                  <a:schemeClr val="lt1"/>
                </a:solidFill>
                <a:latin typeface="나눔스퀘어OTF ExtraBold"/>
                <a:ea typeface="나눔스퀘어OTF ExtraBold"/>
              </a:rPr>
              <a:t>소개</a:t>
            </a:r>
            <a:endParaRPr lang="en-US" sz="4200" b="0" strike="noStrike" spc="-1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0BC37D-21D9-EA66-1671-F2F388932F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701588" cy="71643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9FC1A33-14AA-F1B6-CA8A-7D49F239B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00" y="946298"/>
            <a:ext cx="9051907" cy="5847907"/>
          </a:xfrm>
          <a:prstGeom prst="rect">
            <a:avLst/>
          </a:prstGeom>
        </p:spPr>
      </p:pic>
      <p:sp>
        <p:nvSpPr>
          <p:cNvPr id="6" name="PlaceHolder 2">
            <a:extLst>
              <a:ext uri="{FF2B5EF4-FFF2-40B4-BE49-F238E27FC236}">
                <a16:creationId xmlns:a16="http://schemas.microsoft.com/office/drawing/2014/main" id="{EAFE66F8-BCA5-8B03-E9EA-FEA5BDBBB84E}"/>
              </a:ext>
            </a:extLst>
          </p:cNvPr>
          <p:cNvSpPr txBox="1">
            <a:spLocks/>
          </p:cNvSpPr>
          <p:nvPr/>
        </p:nvSpPr>
        <p:spPr>
          <a:xfrm>
            <a:off x="453600" y="107639"/>
            <a:ext cx="11775600" cy="8386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1. AI </a:t>
            </a:r>
            <a:r>
              <a:rPr lang="ko-KR" altLang="en-US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리터러시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(AI Literacy)</a:t>
            </a: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</a:t>
            </a:r>
            <a:r>
              <a:rPr 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소개</a:t>
            </a:r>
            <a:endParaRPr lang="en-US" sz="2400" spc="-1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B9B69CE-3E5A-4780-88E4-7033181E8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17" y="1374102"/>
            <a:ext cx="5906324" cy="357003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09F03D6-0D2E-DA09-954C-AC5E22A8FC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558" y="1041991"/>
            <a:ext cx="6125430" cy="402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87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CD158-73C3-90AD-D663-0531BDFC1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2">
            <a:extLst>
              <a:ext uri="{FF2B5EF4-FFF2-40B4-BE49-F238E27FC236}">
                <a16:creationId xmlns:a16="http://schemas.microsoft.com/office/drawing/2014/main" id="{425C7903-1245-5522-109D-A2075F091253}"/>
              </a:ext>
            </a:extLst>
          </p:cNvPr>
          <p:cNvSpPr txBox="1">
            <a:spLocks/>
          </p:cNvSpPr>
          <p:nvPr/>
        </p:nvSpPr>
        <p:spPr>
          <a:xfrm>
            <a:off x="453600" y="107639"/>
            <a:ext cx="11775600" cy="8386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2. AI </a:t>
            </a:r>
            <a:r>
              <a:rPr lang="ko-KR" altLang="en-US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리터러시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(AI Literacy)</a:t>
            </a: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</a:t>
            </a:r>
            <a:r>
              <a:rPr 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소개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 </a:t>
            </a:r>
            <a:r>
              <a:rPr lang="en-US" altLang="ko-KR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Mixboard</a:t>
            </a:r>
            <a:endParaRPr lang="en-US" sz="2400" spc="-1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5B664DC-444B-1153-D9A1-12AEA8F44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96" y="791943"/>
            <a:ext cx="8968784" cy="5688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95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DDA74-5D38-EF17-4343-4F6254879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2">
            <a:extLst>
              <a:ext uri="{FF2B5EF4-FFF2-40B4-BE49-F238E27FC236}">
                <a16:creationId xmlns:a16="http://schemas.microsoft.com/office/drawing/2014/main" id="{CBB096D5-0030-97F5-26B6-B2BF779A307F}"/>
              </a:ext>
            </a:extLst>
          </p:cNvPr>
          <p:cNvSpPr txBox="1">
            <a:spLocks/>
          </p:cNvSpPr>
          <p:nvPr/>
        </p:nvSpPr>
        <p:spPr>
          <a:xfrm>
            <a:off x="453600" y="107639"/>
            <a:ext cx="11775600" cy="8386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3. AI </a:t>
            </a:r>
            <a:r>
              <a:rPr lang="ko-KR" altLang="en-US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리터러시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(AI Literacy)</a:t>
            </a: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</a:t>
            </a:r>
            <a:r>
              <a:rPr 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소개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 </a:t>
            </a:r>
            <a:r>
              <a:rPr lang="en-US" altLang="ko-KR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Mixboard</a:t>
            </a:r>
            <a:endParaRPr lang="en-US" sz="2400" spc="-1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C6E36C2-79BE-0500-9331-C64F65EDC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80" y="1194024"/>
            <a:ext cx="10425521" cy="513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30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A0F42-F898-AB12-BC0B-464B8A75F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2">
            <a:extLst>
              <a:ext uri="{FF2B5EF4-FFF2-40B4-BE49-F238E27FC236}">
                <a16:creationId xmlns:a16="http://schemas.microsoft.com/office/drawing/2014/main" id="{4692788A-BFF9-0C07-3CD7-EC34244E5411}"/>
              </a:ext>
            </a:extLst>
          </p:cNvPr>
          <p:cNvSpPr txBox="1">
            <a:spLocks/>
          </p:cNvSpPr>
          <p:nvPr/>
        </p:nvSpPr>
        <p:spPr>
          <a:xfrm>
            <a:off x="453600" y="107639"/>
            <a:ext cx="11775600" cy="8386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4. AI </a:t>
            </a:r>
            <a:r>
              <a:rPr lang="ko-KR" altLang="en-US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리터러시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(AI Literacy)</a:t>
            </a: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</a:t>
            </a:r>
            <a:r>
              <a:rPr 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소개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 </a:t>
            </a:r>
            <a:r>
              <a:rPr lang="en-US" altLang="ko-KR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Mixboard</a:t>
            </a:r>
            <a:r>
              <a:rPr lang="ko-KR" alt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활용</a:t>
            </a:r>
            <a:endParaRPr lang="en-US" sz="2400" spc="-1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02CD2A7-567D-9E73-45CD-DBC7AFC71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" y="800100"/>
            <a:ext cx="10847070" cy="612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29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119D9-F113-1E4E-F4E1-B138A4E7D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2">
            <a:extLst>
              <a:ext uri="{FF2B5EF4-FFF2-40B4-BE49-F238E27FC236}">
                <a16:creationId xmlns:a16="http://schemas.microsoft.com/office/drawing/2014/main" id="{A0A9357D-05EF-F44B-FB46-48A6F9490B60}"/>
              </a:ext>
            </a:extLst>
          </p:cNvPr>
          <p:cNvSpPr txBox="1">
            <a:spLocks/>
          </p:cNvSpPr>
          <p:nvPr/>
        </p:nvSpPr>
        <p:spPr>
          <a:xfrm>
            <a:off x="453600" y="107639"/>
            <a:ext cx="11775600" cy="8386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5. AI </a:t>
            </a:r>
            <a:r>
              <a:rPr lang="ko-KR" altLang="en-US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리터러시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(AI Literacy)</a:t>
            </a: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</a:t>
            </a:r>
            <a:r>
              <a:rPr 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소개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 </a:t>
            </a:r>
            <a:r>
              <a:rPr lang="en-US" altLang="ko-KR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Mixboard</a:t>
            </a:r>
            <a:r>
              <a:rPr lang="ko-KR" alt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활용</a:t>
            </a:r>
            <a:endParaRPr lang="en-US" altLang="ko-KR" sz="2400" b="1" spc="-1" dirty="0">
              <a:solidFill>
                <a:srgbClr val="4B489F"/>
              </a:solidFill>
              <a:latin typeface="나눔스퀘어OTF ExtraBold"/>
              <a:ea typeface="나눔스퀘어OTF ExtraBold"/>
            </a:endParaRPr>
          </a:p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</a:rPr>
              <a:t>     + New project</a:t>
            </a:r>
            <a:endParaRPr lang="en-US" sz="2400" spc="-1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0C9AC2-BEA0-079B-FC79-0D267DE8A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661" y="1085850"/>
            <a:ext cx="9696209" cy="588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223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87D79-C428-9ED4-3A6D-A53A7B2C4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2">
            <a:extLst>
              <a:ext uri="{FF2B5EF4-FFF2-40B4-BE49-F238E27FC236}">
                <a16:creationId xmlns:a16="http://schemas.microsoft.com/office/drawing/2014/main" id="{AA6B68DD-3A3E-47AF-E16B-CD694A8AAAE4}"/>
              </a:ext>
            </a:extLst>
          </p:cNvPr>
          <p:cNvSpPr txBox="1">
            <a:spLocks/>
          </p:cNvSpPr>
          <p:nvPr/>
        </p:nvSpPr>
        <p:spPr>
          <a:xfrm>
            <a:off x="453600" y="107639"/>
            <a:ext cx="11775600" cy="8386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6. AI </a:t>
            </a:r>
            <a:r>
              <a:rPr lang="ko-KR" altLang="en-US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리터러시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(AI Literacy)</a:t>
            </a: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</a:t>
            </a:r>
            <a:r>
              <a:rPr 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소개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 </a:t>
            </a:r>
            <a:r>
              <a:rPr lang="en-US" altLang="ko-KR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Mixboard</a:t>
            </a:r>
            <a:r>
              <a:rPr lang="ko-KR" alt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활용</a:t>
            </a:r>
            <a:endParaRPr lang="en-US" altLang="ko-KR" sz="2400" b="1" spc="-1" dirty="0">
              <a:solidFill>
                <a:srgbClr val="4B489F"/>
              </a:solidFill>
              <a:latin typeface="나눔스퀘어OTF ExtraBold"/>
              <a:ea typeface="나눔스퀘어OTF ExtraBold"/>
            </a:endParaRPr>
          </a:p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</a:rPr>
              <a:t>     + New project</a:t>
            </a:r>
            <a:endParaRPr lang="en-US" sz="2400" spc="-1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3CFEBCF-BE59-3D01-D08C-8E9BB6B3E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51" y="532563"/>
            <a:ext cx="10298633" cy="663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14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FBA47-6193-F80C-258D-C09400BE9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2">
            <a:extLst>
              <a:ext uri="{FF2B5EF4-FFF2-40B4-BE49-F238E27FC236}">
                <a16:creationId xmlns:a16="http://schemas.microsoft.com/office/drawing/2014/main" id="{4594DEC1-079E-9384-5EAD-8EA532D4DE42}"/>
              </a:ext>
            </a:extLst>
          </p:cNvPr>
          <p:cNvSpPr txBox="1">
            <a:spLocks/>
          </p:cNvSpPr>
          <p:nvPr/>
        </p:nvSpPr>
        <p:spPr>
          <a:xfrm>
            <a:off x="453600" y="107639"/>
            <a:ext cx="11775600" cy="8386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7. AI </a:t>
            </a:r>
            <a:r>
              <a:rPr lang="ko-KR" altLang="en-US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리터러시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(AI Literacy)</a:t>
            </a: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</a:t>
            </a:r>
            <a:r>
              <a:rPr 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소개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 </a:t>
            </a:r>
            <a:r>
              <a:rPr lang="en-US" altLang="ko-KR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Mixboard</a:t>
            </a:r>
            <a:r>
              <a:rPr lang="ko-KR" alt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핵심 기능</a:t>
            </a:r>
            <a:endParaRPr lang="en-US" sz="2400" spc="-1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9E5470-B068-B4D6-4B2A-4A85D675E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23" y="875959"/>
            <a:ext cx="10155461" cy="605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82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4B223-A528-1840-AE14-AB88694D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2">
            <a:extLst>
              <a:ext uri="{FF2B5EF4-FFF2-40B4-BE49-F238E27FC236}">
                <a16:creationId xmlns:a16="http://schemas.microsoft.com/office/drawing/2014/main" id="{4D20DF91-7A7B-ADF5-7734-69904775AEC7}"/>
              </a:ext>
            </a:extLst>
          </p:cNvPr>
          <p:cNvSpPr txBox="1">
            <a:spLocks/>
          </p:cNvSpPr>
          <p:nvPr/>
        </p:nvSpPr>
        <p:spPr>
          <a:xfrm>
            <a:off x="453600" y="107639"/>
            <a:ext cx="11775600" cy="8386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8. AI </a:t>
            </a:r>
            <a:r>
              <a:rPr lang="ko-KR" altLang="en-US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리터러시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(AI Literacy)</a:t>
            </a: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</a:t>
            </a:r>
            <a:r>
              <a:rPr 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소개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 </a:t>
            </a:r>
            <a:r>
              <a:rPr lang="en-US" altLang="ko-KR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Mixboard</a:t>
            </a:r>
            <a:r>
              <a:rPr lang="ko-KR" alt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실전 활용</a:t>
            </a:r>
            <a:endParaRPr lang="en-US" sz="2400" spc="-1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E7F3329-9FA3-FBDC-2045-6F21554D5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17" y="838659"/>
            <a:ext cx="8980108" cy="621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02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14B9F-77D2-4ED7-27B0-286B32FCF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2">
            <a:extLst>
              <a:ext uri="{FF2B5EF4-FFF2-40B4-BE49-F238E27FC236}">
                <a16:creationId xmlns:a16="http://schemas.microsoft.com/office/drawing/2014/main" id="{0B8521B3-B502-27DB-BEEF-001EAA07E6F2}"/>
              </a:ext>
            </a:extLst>
          </p:cNvPr>
          <p:cNvSpPr txBox="1">
            <a:spLocks/>
          </p:cNvSpPr>
          <p:nvPr/>
        </p:nvSpPr>
        <p:spPr>
          <a:xfrm>
            <a:off x="453600" y="107639"/>
            <a:ext cx="11775600" cy="8386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9. AI </a:t>
            </a:r>
            <a:r>
              <a:rPr lang="ko-KR" altLang="en-US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리터러시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(AI Literacy)</a:t>
            </a: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</a:t>
            </a:r>
            <a:r>
              <a:rPr 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소개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 </a:t>
            </a:r>
            <a:r>
              <a:rPr lang="en-US" altLang="ko-KR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Mixboard</a:t>
            </a:r>
            <a:r>
              <a:rPr lang="ko-KR" alt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실전 활용</a:t>
            </a:r>
            <a:endParaRPr lang="en-US" sz="2400" spc="-1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6E8EB6A-BD1C-AF2E-9E19-1ECD3D5C6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11" y="710461"/>
            <a:ext cx="8214084" cy="648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112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75B9E-43F3-68D5-93A4-916FD03B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2">
            <a:extLst>
              <a:ext uri="{FF2B5EF4-FFF2-40B4-BE49-F238E27FC236}">
                <a16:creationId xmlns:a16="http://schemas.microsoft.com/office/drawing/2014/main" id="{B4F9630D-CF22-C54E-1683-8A93D8E2B455}"/>
              </a:ext>
            </a:extLst>
          </p:cNvPr>
          <p:cNvSpPr txBox="1">
            <a:spLocks/>
          </p:cNvSpPr>
          <p:nvPr/>
        </p:nvSpPr>
        <p:spPr>
          <a:xfrm>
            <a:off x="453600" y="107639"/>
            <a:ext cx="11775600" cy="8386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10. AI </a:t>
            </a:r>
            <a:r>
              <a:rPr lang="ko-KR" altLang="en-US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리터러시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(AI Literacy)</a:t>
            </a: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</a:t>
            </a:r>
            <a:r>
              <a:rPr 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소개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 </a:t>
            </a:r>
            <a:r>
              <a:rPr lang="en-US" altLang="ko-KR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Mixboard</a:t>
            </a:r>
            <a:r>
              <a:rPr lang="ko-KR" alt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실전 활용</a:t>
            </a:r>
            <a:endParaRPr lang="en-US" sz="2400" spc="-1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01E5C89-E7A8-2EA4-A451-BA748716E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38" y="693802"/>
            <a:ext cx="9668550" cy="6470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534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0A52C-8A0F-21DA-CD5F-76D21C5DA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2">
            <a:extLst>
              <a:ext uri="{FF2B5EF4-FFF2-40B4-BE49-F238E27FC236}">
                <a16:creationId xmlns:a16="http://schemas.microsoft.com/office/drawing/2014/main" id="{01B4C301-21D4-EDB5-524F-3B30595FB8A0}"/>
              </a:ext>
            </a:extLst>
          </p:cNvPr>
          <p:cNvSpPr txBox="1">
            <a:spLocks/>
          </p:cNvSpPr>
          <p:nvPr/>
        </p:nvSpPr>
        <p:spPr>
          <a:xfrm>
            <a:off x="453600" y="107639"/>
            <a:ext cx="11775600" cy="8386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11. AI </a:t>
            </a:r>
            <a:r>
              <a:rPr lang="ko-KR" altLang="en-US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리터러시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(AI Literacy)</a:t>
            </a: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</a:t>
            </a:r>
            <a:r>
              <a:rPr 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소개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 </a:t>
            </a:r>
            <a:r>
              <a:rPr lang="en-US" altLang="ko-KR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Mixboard</a:t>
            </a:r>
            <a:r>
              <a:rPr lang="ko-KR" alt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실전 활용</a:t>
            </a:r>
            <a:endParaRPr lang="en-US" sz="2400" spc="-1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0DAFBE-7214-4F20-B92D-9F7A35E48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608" y="819687"/>
            <a:ext cx="9051359" cy="536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39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7B5B7-7577-AC83-8427-DAE5C797F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2">
            <a:extLst>
              <a:ext uri="{FF2B5EF4-FFF2-40B4-BE49-F238E27FC236}">
                <a16:creationId xmlns:a16="http://schemas.microsoft.com/office/drawing/2014/main" id="{01A5A451-95DC-2A5D-91FC-FF18DF1E195E}"/>
              </a:ext>
            </a:extLst>
          </p:cNvPr>
          <p:cNvSpPr txBox="1">
            <a:spLocks/>
          </p:cNvSpPr>
          <p:nvPr/>
        </p:nvSpPr>
        <p:spPr>
          <a:xfrm>
            <a:off x="453600" y="107639"/>
            <a:ext cx="11775600" cy="8386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defTabSz="832320">
              <a:spcBef>
                <a:spcPts val="910"/>
              </a:spcBef>
              <a:buFont typeface="Arial" panose="020B0604020202020204" pitchFamily="34" charset="0"/>
              <a:buNone/>
              <a:tabLst>
                <a:tab pos="0" algn="l"/>
              </a:tabLst>
            </a:pP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12. AI </a:t>
            </a:r>
            <a:r>
              <a:rPr lang="ko-KR" altLang="en-US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리터러시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(AI Literacy)</a:t>
            </a:r>
            <a:r>
              <a:rPr 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</a:t>
            </a:r>
            <a:r>
              <a:rPr 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소개</a:t>
            </a:r>
            <a:r>
              <a:rPr lang="en-US" altLang="ko-KR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 </a:t>
            </a:r>
            <a:r>
              <a:rPr lang="en-US" altLang="ko-KR" sz="2400" b="1" spc="-1" dirty="0" err="1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Mixboard</a:t>
            </a:r>
            <a:r>
              <a:rPr lang="ko-KR" altLang="en-US" sz="2400" b="1" spc="-1" dirty="0">
                <a:solidFill>
                  <a:srgbClr val="4B489F"/>
                </a:solidFill>
                <a:latin typeface="나눔스퀘어OTF ExtraBold"/>
                <a:ea typeface="나눔스퀘어OTF ExtraBold"/>
              </a:rPr>
              <a:t> 실전 활용</a:t>
            </a:r>
            <a:endParaRPr lang="en-US" sz="2400" spc="-1" dirty="0">
              <a:solidFill>
                <a:srgbClr val="000000"/>
              </a:solidFill>
              <a:latin typeface="맑은 고딕"/>
            </a:endParaRPr>
          </a:p>
        </p:txBody>
      </p:sp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2AECB6-937C-8C92-1754-23356DFCD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37" y="946298"/>
            <a:ext cx="8510353" cy="404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006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82FFF-F079-3110-2000-FBEA1ECB7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5">
            <a:extLst>
              <a:ext uri="{FF2B5EF4-FFF2-40B4-BE49-F238E27FC236}">
                <a16:creationId xmlns:a16="http://schemas.microsoft.com/office/drawing/2014/main" id="{8DDEA437-4B4C-C3A6-9168-3EDCD4D63EE7}"/>
              </a:ext>
            </a:extLst>
          </p:cNvPr>
          <p:cNvSpPr/>
          <p:nvPr/>
        </p:nvSpPr>
        <p:spPr>
          <a:xfrm>
            <a:off x="205740" y="3160440"/>
            <a:ext cx="11635740" cy="24767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 defTabSz="952560">
              <a:lnSpc>
                <a:spcPct val="150000"/>
              </a:lnSpc>
            </a:pPr>
            <a:r>
              <a:rPr lang="en-US" altLang="ko-KR" sz="3600" b="0" strike="noStrike" spc="-1" dirty="0">
                <a:solidFill>
                  <a:schemeClr val="dk1"/>
                </a:solidFill>
                <a:latin typeface="나눔스퀘어OTF_ac Bold"/>
                <a:ea typeface="나눔스퀘어OTF_ac Bold"/>
              </a:rPr>
              <a:t>https://donga-ai.factchat.bot/auth</a:t>
            </a:r>
          </a:p>
          <a:p>
            <a:pPr algn="ctr" defTabSz="952560">
              <a:lnSpc>
                <a:spcPct val="150000"/>
              </a:lnSpc>
            </a:pPr>
            <a:r>
              <a:rPr lang="en-US" altLang="ko-KR" sz="3600" b="0" strike="noStrike" spc="-1" dirty="0">
                <a:solidFill>
                  <a:schemeClr val="dk1"/>
                </a:solidFill>
                <a:latin typeface="나눔스퀘어OTF_ac Bold"/>
                <a:ea typeface="나눔스퀘어OTF_ac Bold"/>
              </a:rPr>
              <a:t> </a:t>
            </a:r>
            <a:r>
              <a:rPr lang="ko-KR" sz="3600" b="0" strike="noStrike" spc="-1" dirty="0">
                <a:solidFill>
                  <a:schemeClr val="dk1"/>
                </a:solidFill>
                <a:latin typeface="나눔스퀘어OTF_ac Bold"/>
                <a:ea typeface="나눔스퀘어OTF_ac Bold"/>
              </a:rPr>
              <a:t>좋은 프롬프트를 만드는 것</a:t>
            </a:r>
            <a:r>
              <a:rPr lang="en-US" sz="3600" b="0" strike="noStrike" spc="-1" dirty="0">
                <a:solidFill>
                  <a:schemeClr val="dk1"/>
                </a:solidFill>
                <a:latin typeface="나눔스퀘어OTF_ac Bold"/>
                <a:ea typeface="나눔스퀘어OTF_ac Bold"/>
              </a:rPr>
              <a:t>! </a:t>
            </a:r>
          </a:p>
          <a:p>
            <a:pPr algn="ctr" defTabSz="952560">
              <a:lnSpc>
                <a:spcPct val="150000"/>
              </a:lnSpc>
            </a:pPr>
            <a:r>
              <a:rPr lang="ko-KR" sz="3600" b="0" strike="noStrike" spc="-1" dirty="0">
                <a:solidFill>
                  <a:schemeClr val="dk1"/>
                </a:solidFill>
                <a:latin typeface="나눔스퀘어OTF_ac Bold"/>
                <a:ea typeface="나눔스퀘어OTF_ac Bold"/>
              </a:rPr>
              <a:t>좋은 질문을 만들어내는 것</a:t>
            </a:r>
            <a:r>
              <a:rPr lang="en-US" sz="3600" b="0" strike="noStrike" spc="-1" dirty="0">
                <a:solidFill>
                  <a:schemeClr val="dk1"/>
                </a:solidFill>
                <a:latin typeface="나눔스퀘어OTF_ac Bold"/>
                <a:ea typeface="나눔스퀘어OTF_ac Bold"/>
              </a:rPr>
              <a:t>!</a:t>
            </a:r>
            <a:endParaRPr lang="en-US" sz="3600" b="0" strike="noStrike" spc="-1" dirty="0">
              <a:solidFill>
                <a:srgbClr val="000000"/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26562281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ARVR_color">
      <a:dk1>
        <a:srgbClr val="333333"/>
      </a:dk1>
      <a:lt1>
        <a:srgbClr val="FFFFFF"/>
      </a:lt1>
      <a:dk2>
        <a:srgbClr val="8A8AA0"/>
      </a:dk2>
      <a:lt2>
        <a:srgbClr val="D1468C"/>
      </a:lt2>
      <a:accent1>
        <a:srgbClr val="9C56AC"/>
      </a:accent1>
      <a:accent2>
        <a:srgbClr val="6666CC"/>
      </a:accent2>
      <a:accent3>
        <a:srgbClr val="4C49A1"/>
      </a:accent3>
      <a:accent4>
        <a:srgbClr val="5A37A0"/>
      </a:accent4>
      <a:accent5>
        <a:srgbClr val="301C60"/>
      </a:accent5>
      <a:accent6>
        <a:srgbClr val="FFE55F"/>
      </a:accent6>
      <a:hlink>
        <a:srgbClr val="333333"/>
      </a:hlink>
      <a:folHlink>
        <a:srgbClr val="FFFFFF"/>
      </a:folHlink>
    </a:clrScheme>
    <a:fontScheme name="Office">
      <a:majorFont>
        <a:latin typeface="맑은 고딕" panose="020F0302020204030204"/>
        <a:ea typeface=""/>
        <a:cs typeface=""/>
      </a:majorFont>
      <a:minorFont>
        <a:latin typeface="맑은 고딕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ARVR_color">
      <a:dk1>
        <a:srgbClr val="333333"/>
      </a:dk1>
      <a:lt1>
        <a:srgbClr val="FFFFFF"/>
      </a:lt1>
      <a:dk2>
        <a:srgbClr val="8A8AA0"/>
      </a:dk2>
      <a:lt2>
        <a:srgbClr val="D1468C"/>
      </a:lt2>
      <a:accent1>
        <a:srgbClr val="9C56AC"/>
      </a:accent1>
      <a:accent2>
        <a:srgbClr val="6666CC"/>
      </a:accent2>
      <a:accent3>
        <a:srgbClr val="4C49A1"/>
      </a:accent3>
      <a:accent4>
        <a:srgbClr val="5A37A0"/>
      </a:accent4>
      <a:accent5>
        <a:srgbClr val="301C60"/>
      </a:accent5>
      <a:accent6>
        <a:srgbClr val="FFE55F"/>
      </a:accent6>
      <a:hlink>
        <a:srgbClr val="333333"/>
      </a:hlink>
      <a:folHlink>
        <a:srgbClr val="FFFFFF"/>
      </a:folHlink>
    </a:clrScheme>
    <a:fontScheme name="Office">
      <a:majorFont>
        <a:latin typeface="맑은 고딕" panose="020F0302020204030204"/>
        <a:ea typeface=""/>
        <a:cs typeface=""/>
      </a:majorFont>
      <a:minorFont>
        <a:latin typeface="맑은 고딕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11501</TotalTime>
  <Words>167</Words>
  <Application>Microsoft Office PowerPoint</Application>
  <PresentationFormat>사용자 지정</PresentationFormat>
  <Paragraphs>21</Paragraphs>
  <Slides>14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5" baseType="lpstr">
      <vt:lpstr>나눔스퀘어</vt:lpstr>
      <vt:lpstr>나눔스퀘어OTF ExtraBold</vt:lpstr>
      <vt:lpstr>나눔스퀘어OTF_ac Bold</vt:lpstr>
      <vt:lpstr>맑은 고딕</vt:lpstr>
      <vt:lpstr>바탕</vt:lpstr>
      <vt:lpstr>Arial</vt:lpstr>
      <vt:lpstr>Symbol</vt:lpstr>
      <vt:lpstr>Times New Roman</vt:lpstr>
      <vt:lpstr>Wingdings</vt:lpstr>
      <vt:lpstr>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luna yang</dc:creator>
  <dc:description/>
  <cp:lastModifiedBy>posasi</cp:lastModifiedBy>
  <cp:revision>3522</cp:revision>
  <cp:lastPrinted>2023-08-16T02:20:09Z</cp:lastPrinted>
  <dcterms:created xsi:type="dcterms:W3CDTF">2018-12-26T01:49:32Z</dcterms:created>
  <dcterms:modified xsi:type="dcterms:W3CDTF">2026-01-04T14:29:14Z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143</vt:i4>
  </property>
  <property fmtid="{D5CDD505-2E9C-101B-9397-08002B2CF9AE}" pid="4" name="PresentationFormat">
    <vt:lpwstr>사용자 지정</vt:lpwstr>
  </property>
  <property fmtid="{D5CDD505-2E9C-101B-9397-08002B2CF9AE}" pid="5" name="Slides">
    <vt:i4>143</vt:i4>
  </property>
</Properties>
</file>